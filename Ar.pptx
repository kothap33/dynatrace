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20818-6818-DB6C-6707-122AEF735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C94B1-7387-F12E-B17B-EF19074D9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F90BE-0A56-360F-3CCB-07D873872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1B60-8AF3-4ECA-859F-394485C0E1A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DB0CE-940C-D296-039A-4C1DF680C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CAD67-5BD2-C484-2A80-541B79565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D7B5-691D-4024-9655-BFFA74666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961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97321-4998-760E-47FD-BDC062FF3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B09EB-5869-9642-67AB-13F3E544A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70D3B-6778-D414-451C-619EB780A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1B60-8AF3-4ECA-859F-394485C0E1A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40924-B256-2AD2-A45D-4D212B09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605D8-6B76-CB0A-991D-EF2A1863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D7B5-691D-4024-9655-BFFA74666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668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81A41-E13A-CBBF-2854-B343D6952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112D0-A3EF-E080-3831-BD7B21A80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121B5-C10E-84A3-4D58-9378C72C6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1B60-8AF3-4ECA-859F-394485C0E1A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DC94B-E615-10BC-2C1D-7B846642E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D8B2F-72A1-2D12-1E74-08574C3D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D7B5-691D-4024-9655-BFFA74666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95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9BF5-4CB3-374E-8DDE-232FE81AB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956A5-DD68-D582-5B3D-CA01553D4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71F1E-1283-7D04-B4FC-C2DEF5249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342FC-9016-641D-B401-DCDCD1FE3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1B60-8AF3-4ECA-859F-394485C0E1A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68A42-A6CB-B419-EDF2-212DC66C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C6F03-C88B-9BCB-2A2E-D2083CA0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D7B5-691D-4024-9655-BFFA74666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65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15843-C3E1-F305-556B-9B2CC7CB0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9E4FD-67E5-9AC8-A95D-F4A50544F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9FF115-B010-4B1C-2D3E-965F63718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D430F-057F-5D32-B5E7-60E9B82B8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21BE86-9D4D-CFFC-264C-01A2CE6CDC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23A4E-9FC4-A626-972F-F31E04BA9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1B60-8AF3-4ECA-859F-394485C0E1A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3C2E5D-68F5-409B-00BC-7BD47D60D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056288-F011-9CFD-C45E-0AE400BD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D7B5-691D-4024-9655-BFFA74666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679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945F-437F-C3AA-283E-9AEE021D1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F109A9-3DDC-1569-BE77-15C41124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1B60-8AF3-4ECA-859F-394485C0E1A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1D5A8-E05C-95D4-9003-E81B538E5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62634-955B-C902-A9BE-FC882DC7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D7B5-691D-4024-9655-BFFA74666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935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DC4537-F7B9-2293-8247-3A27DB398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1B60-8AF3-4ECA-859F-394485C0E1A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5CAB2B-95CE-84C3-CF07-3EE5503E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25DB7-8E1A-7B07-CD16-1F8E0CD8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D7B5-691D-4024-9655-BFFA74666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665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40C9F-321F-CEF1-ADEC-11ADEBF1F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51CDE-D709-ADEB-6B2C-D77000AC3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41045-F6E3-F8FD-2EDC-CDF8A56B9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19FC2-BDD8-4E5A-46CF-5E15D7B4D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1B60-8AF3-4ECA-859F-394485C0E1A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AC00C-AAA8-C2B9-E09F-30E3B245B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C4675-FCA2-8507-BF0F-1758FE23C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D7B5-691D-4024-9655-BFFA74666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838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BE5C5-0225-977C-AEF8-0F3BA108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9E3142-41D6-1E38-66D4-974CE1EE2B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4B072B-2770-1C3A-6C2E-2AA5D159A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7AB9A-9FF1-58C8-8851-93E019193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1B60-8AF3-4ECA-859F-394485C0E1A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1C38A-5471-81E4-F894-DEEDCABB5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C2B34-3737-0101-FE16-5B66B9CC5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D7B5-691D-4024-9655-BFFA74666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680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FCBD8-E3E0-57EE-569F-BCA2B9EF8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AA4BDF-320E-A607-2E1C-4425FECB7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F6391-4030-2D17-BB61-4C735E034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1B60-8AF3-4ECA-859F-394485C0E1A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48E23-8A8B-48E4-0A89-C708B4D39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A7D01-DE1C-FABD-8131-07AAD4D2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D7B5-691D-4024-9655-BFFA74666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31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821914-CB34-A260-85D5-EBF3BF3D5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95BC1-9235-685E-2FAF-14F22E013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01C80-E647-86D2-FAC9-324F5FE1E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1B60-8AF3-4ECA-859F-394485C0E1A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AAD92-4BAA-D38C-D294-09C3F6BCF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F138F-F490-6468-C734-602F5C65A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D7B5-691D-4024-9655-BFFA74666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855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A5191F-14D7-F067-6D70-27B90BE6F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F9FE9-5243-86A9-B6E7-05CE63737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D7382-553D-F618-3F7E-8D6C017C1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91B60-8AF3-4ECA-859F-394485C0E1A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A17B8-2820-B226-D311-8421ABE01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9B8DD-9418-5512-EE62-4E1256C999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1D7B5-691D-4024-9655-BFFA74666A2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CC3F71-43F7-CF3B-CECD-93142CAA001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92813" y="67030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21056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EB9FE6-F584-7190-F24A-C1A9EA132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629" y="377781"/>
            <a:ext cx="7260005" cy="549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39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3507802-f8e4-4e38-829c-ac8ea9b241e4}" enabled="1" method="Privileged" siteId="{6e51e1ad-c54b-4b39-b598-0ffe9ae68fe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Pradeep K</dc:creator>
  <cp:lastModifiedBy>Pradeep K</cp:lastModifiedBy>
  <cp:revision>1</cp:revision>
  <dcterms:created xsi:type="dcterms:W3CDTF">2026-07-03T13:10:11Z</dcterms:created>
  <dcterms:modified xsi:type="dcterms:W3CDTF">2026-07-03T13:11:23Z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Public</vt:lpwstr>
  </property>
</Properties>
</file>